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4610"/>
  </p:normalViewPr>
  <p:slideViewPr>
    <p:cSldViewPr snapToGrid="0" snapToObjects="1">
      <p:cViewPr>
        <p:scale>
          <a:sx n="120" d="100"/>
          <a:sy n="120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</c:v>
                </c:pt>
              </c:strCache>
            </c:strRef>
          </c:tx>
          <c:spPr>
            <a:solidFill>
              <a:srgbClr val="3D3C3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Work Queue</c:v>
                </c:pt>
                <c:pt idx="1">
                  <c:v>Intake (Reg)</c:v>
                </c:pt>
                <c:pt idx="2">
                  <c:v>Eligibility</c:v>
                </c:pt>
                <c:pt idx="3">
                  <c:v>Sentinel Auth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F6-4607-A1D0-0DD0DEB074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</c:v>
                </c:pt>
              </c:strCache>
            </c:strRef>
          </c:tx>
          <c:spPr>
            <a:solidFill>
              <a:srgbClr val="D9F6F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Work Queue</c:v>
                </c:pt>
                <c:pt idx="1">
                  <c:v>Intake (Reg)</c:v>
                </c:pt>
                <c:pt idx="2">
                  <c:v>Eligibility</c:v>
                </c:pt>
                <c:pt idx="3">
                  <c:v>Sentinel Auth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20</c:v>
                </c:pt>
                <c:pt idx="2">
                  <c:v>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F6-4607-A1D0-0DD0DEB07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C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9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62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 – completion and estimates
- Internal: Team update – Sentinel Integration authentication 100% Dev and QA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Requirement documents (Work Queue, Intake Form, Insurance Screening, Patient Account, Eligibility Summary)
- Internal: Patient Portal High Estimate.xlsx (Phase 1 tab)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
- Internal: Team update – Sentinel Integration authentication 100% Dev and QA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
- Internal: Team update – Sentinel Integration authentication 100% Dev and QA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Patient Portal – HCR 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Phase 1 Release Readout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of: Feb 19,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2009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At-a-glance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Dev 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est. effort (237)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5603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29768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QA Complete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30%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297680" y="3429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QA not started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25603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2376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Auth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23760" y="3429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QA complete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3886200"/>
            <a:ext cx="9997135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417320" y="41148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Highlights &amp; watch-outs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453128"/>
            <a:ext cx="935705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 items in estimate tracker are complete in Dev and QA (100% / 100%).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 is complete in Dev; QA in progress (~20%).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 is in development (~80% Dev); QA not started (screenshots not yet available).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integration for authentication is 100% complete in Dev and QA (team update).</a:t>
            </a:r>
            <a:endParaRPr lang="en-US" sz="1200" dirty="0"/>
          </a:p>
        </p:txBody>
      </p:sp>
      <p:pic>
        <p:nvPicPr>
          <p:cNvPr id="24" name="Picture 23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Readout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Agenda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MVP Phase 1 scope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Progress dashboard (Dev &amp; QA)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Workstream readiness and gaps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Risks / dependencies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Next milestones to release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Appendix: UI screenshots (non-Eligibility)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960120"/>
            <a:ext cx="5105095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1188720"/>
            <a:ext cx="4556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MVP Phase 1 scope (high-level)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572768"/>
            <a:ext cx="45564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Queue: filtering, sorting, assignment, indicators</a:t>
            </a:r>
            <a:endParaRPr lang="en-US" sz="12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(Registration): demographics, visit, insurance, verification</a:t>
            </a:r>
            <a:endParaRPr lang="en-US" sz="12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Screening: dynamic questions, determination, summary report, recommended programs</a:t>
            </a:r>
            <a:endParaRPr lang="en-US" sz="12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Sentinel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3703320"/>
            <a:ext cx="455645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detailed requirement specs exist for Patient Account, Insurance Screening, Intake, Work Queue, and Eligibility; this readout focuses on release readiness from the estimate tracker plus UI evidence.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4" name="Picture 13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Progress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Dev Complete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90%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tracked workstreams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8620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QA 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8620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1228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1228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QA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6404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73836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383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80%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3836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(QA pending)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2331720"/>
            <a:ext cx="10820095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05840" y="25603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Dev vs QA completion by workstream</a:t>
            </a:r>
            <a:endParaRPr lang="en-US" sz="16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1097280" y="2926080"/>
          <a:ext cx="9997135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685800" y="59893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callout: Eligibility QA not started (screens still in development).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28" name="Picture 27" descr="optum_wordmark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Workstream readiness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1082009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85800" y="13441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85800" y="1728216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" y="2112264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2628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66928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81228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85800" y="960120"/>
            <a:ext cx="10820095" cy="384048"/>
          </a:xfrm>
          <a:prstGeom prst="rect">
            <a:avLst/>
          </a:prstGeom>
          <a:solidFill>
            <a:srgbClr val="FAF8F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95528" y="10332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1033272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79008" y="1033272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2008" y="1033272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56448" y="1033272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/ next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1417320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Work Queue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1417320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79008" y="1417320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2008" y="1417320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56448" y="1417320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in estimate tracker complete; validate in integrated flow &amp; regression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180136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36008" y="1801368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79008" y="1801368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22008" y="1801368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56448" y="1801368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QA, defect triage, and confirm data pre-population behaviors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" y="2185416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/ Eligibility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36008" y="2185416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79008" y="2185416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22008" y="2185416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56448" y="2185416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remaining dev, start QA, and finalize summary + recommended programs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" y="256946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Authentication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36008" y="2569464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79008" y="2569464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22008" y="2569464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56448" y="2569464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environments and SSO edge cases during UAT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22008" y="1399032"/>
            <a:ext cx="1143000" cy="292608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7A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922008" y="143560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22008" y="1783080"/>
            <a:ext cx="1143000" cy="292608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6B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922008" y="181965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2167128"/>
            <a:ext cx="1143000" cy="292608"/>
          </a:xfrm>
          <a:prstGeom prst="roundRect">
            <a:avLst/>
          </a:prstGeom>
          <a:solidFill>
            <a:srgbClr val="FDE7E9"/>
          </a:solidFill>
          <a:ln w="12700">
            <a:solidFill>
              <a:srgbClr val="D48A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922008" y="220370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22008" y="2551176"/>
            <a:ext cx="1143000" cy="292608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7A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922008" y="258775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32461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legend: Green = ready / minor items • Amber = QA in progress • Red = gating work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3703320"/>
            <a:ext cx="1082009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005840" y="39319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What we need to ship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5840" y="4270248"/>
            <a:ext cx="1018001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Eligibility remaining dev + PACE integration validation (POE API).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and complete Eligibility QA; run end-to-end regression across Work Queue → Intake → Eligibility flows.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accessibility (unique titles, alt text, reading order) and security checks are satisfied.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55" name="Picture 5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475" y="1005840"/>
            <a:ext cx="6927050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351" y="1005840"/>
            <a:ext cx="7893298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767" y="1005840"/>
            <a:ext cx="6808465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737" y="1005840"/>
            <a:ext cx="6654526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671" y="1005840"/>
            <a:ext cx="6688658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721" y="1005840"/>
            <a:ext cx="6806558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81" y="1005840"/>
            <a:ext cx="6822838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723</Words>
  <Application>Microsoft Office PowerPoint</Application>
  <PresentationFormat>Widescreen</PresentationFormat>
  <Paragraphs>117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Hibbs, Jason E</cp:lastModifiedBy>
  <cp:revision>2</cp:revision>
  <dcterms:created xsi:type="dcterms:W3CDTF">2026-02-19T20:14:38Z</dcterms:created>
  <dcterms:modified xsi:type="dcterms:W3CDTF">2026-02-20T18:18:32Z</dcterms:modified>
</cp:coreProperties>
</file>